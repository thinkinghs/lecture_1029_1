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2" r:id="rId10"/>
    <p:sldId id="314" r:id="rId11"/>
    <p:sldId id="316" r:id="rId12"/>
    <p:sldId id="315" r:id="rId13"/>
    <p:sldId id="323" r:id="rId14"/>
    <p:sldId id="322" r:id="rId15"/>
    <p:sldId id="281" r:id="rId16"/>
    <p:sldId id="321" r:id="rId17"/>
    <p:sldId id="28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9E8EA-CBFA-4E34-B4DB-523E59AD2554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BB935-13E1-4B51-990D-979BBD250E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80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D736-16E0-DC1A-83D2-01B2E5B7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DD461-FEB3-E1B3-29CC-239D91BE6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DD225-F089-DFC1-7112-C854249D1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22EDF-D87C-E4E1-87C2-D41DF87C9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06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633D-CDBB-B5D2-4627-4A3A4CA9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82210-3816-E138-2AC5-20420778E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58E43-4933-8F98-F2BD-DA7C77B24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523A1-160D-639C-1F34-207D7B82A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163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9A12D-4F15-0A05-19AC-314B953B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03CBF-9C8A-5DF6-6756-FB335402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AE65F-AC11-635E-6C7A-EBDEFC3C3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A8C3C-C14C-A4A8-3A07-656FF4ED0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652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3616-5D1D-2B34-E22C-28707394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575C9-921F-F238-1072-8B43D5DC9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8B41D-F579-9751-CEF8-417C7E81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C1CB7-9FE8-35F4-DA0C-7BB0C33881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585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11A6-D44C-E9F8-43B9-5F58CC47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646C8-C7F4-F608-2FF7-5E668A4CC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9C6A8-4B0C-4DDB-97D0-7D96284F4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892BD-0169-6087-D0BB-CBA3F57D2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553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C971-5BE5-3B49-76D9-2523D241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C885D-E481-F396-5662-35588A494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0D690-0DB3-8B29-1900-BFB0A1B25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1A5EE-0A0C-E929-A00C-3211F00CC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326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47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69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21528" y="2715768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17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실습한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'grilling’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바로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'skill’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활용한 것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skill이 무엇이고, 업무에 어떻게 쓰는지 확인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— Claude에게 미리 건네는 업무 지침서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Claude는 기본적으로 범용 지식만 보유 — 우리 기관의 절차·말투·형식은 매번 다시 설명해야 하는 상황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skill은 그 업무 지침을 미리 적어 두는 파일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관련 요청이 오면 Claude가 지침대로 처리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4937760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3410712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372160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Claude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2416" y="4105656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방식을 매번 처음부터 다시 설명.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52160" y="3246120"/>
            <a:ext cx="484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28232" y="3246120"/>
            <a:ext cx="4937760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3410712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SKILL 전달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47688" y="372160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업무를 아는 Claude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47688" y="4105656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건넨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지침대로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알아서 처리.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SKILL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실체는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md 파일 한 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394960" cy="3977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50292" cy="397764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653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/ SKILL.MD — 요약본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57984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name: grilling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계획·설계를 끝까지 검증하고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싶을 때 사용. "grill" 입력 시 동작.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공통된 이해에 도달할 때까지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라운드로 묶어 인터뷰하라.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질문마다 추천 답을 제시하라.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47393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텍스트 파일 한 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SKILL.md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담아 ZIP으로 압축 후 Claude에 업로드하면 완료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실습에서 업로드한 grilling의 요약본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SKILL.md의 뼈대 — 머리말과 본문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937760" cy="2926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50292" cy="29260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653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SKILL.MD의 뼈대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57984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name:  (이름)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 (무슨 일 + 언제 쓰는지)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(본문 — Claude에게 시킬 일)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196535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1901952"/>
            <a:ext cx="4757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머리말 — 맨 위 --- 사이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91656" y="2212848"/>
            <a:ext cx="475762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skill이 무엇이고 언제 쓰는지 알리는 영역. name과 description 두 항목 모두 필수.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3291840"/>
            <a:ext cx="5196535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3456432"/>
            <a:ext cx="4757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본문 — --- 아래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91656" y="3767328"/>
            <a:ext cx="475762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Claude에게 실제로 시킬 일. 사람에게 지시하듯 자연스럽게 작성.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10545775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148072"/>
            <a:ext cx="101068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Claude는 평소에는 머리말(name·description)만 확인하고, 맞는 요청이 오면 그때 본문을 읽는 구조.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3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704975" y="598932"/>
            <a:ext cx="966376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채워야 할 세 가지 — name · description · 본문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45775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856232"/>
            <a:ext cx="101068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167128"/>
            <a:ext cx="1010686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소문자·하이픈으로, 무슨 일을 하는지 한눈에 드러나게 작성.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formal-document-tone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545775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044952"/>
            <a:ext cx="101068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★ 가장 중요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416" y="3355848"/>
            <a:ext cx="1010686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'무슨 일을 하는지' + '언제·어떤 말에 쓰는지'를 한 문장으로 작성. Claude는 이 설명만 보고 사용 여부를 결정 — 트리거 문구 명시 필수.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…"공문서 문체로 바꿔줘"라고 하면 사용한다.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10545775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599432"/>
            <a:ext cx="101068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2416" y="4910328"/>
            <a:ext cx="10106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Claude에게 시킬 일을 '이렇게 해라' 식으로 구체적으로 작성.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'언제 쓰는지'는 본문이 아니라 description에 기재. 본문은 '무엇을 하라'만.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만들까 —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반복하고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때 사용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71418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공문서 문체 다듬기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28325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초안을 격식체 공문으로.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60138" y="1783080"/>
            <a:ext cx="3271418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9594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79594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메모 정리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9594" y="2642616"/>
            <a:ext cx="28325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메모를 안건·결정 중심 회의록으로.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271418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773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16773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메일 격식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6773" y="2642616"/>
            <a:ext cx="28325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보내는 메일을 정중한 격식체로.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114800"/>
            <a:ext cx="10545775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233672"/>
            <a:ext cx="101068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— 한 번뿐인 일이나 매번 내용이 완전히 다른 일은 skill로 만들 필요 없음.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길은 두 가지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가져다 쓰기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 공개된 skill을 검색해 다운로드하고 Claude에 업로드. 오늘 grilling 업로드가 이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기밀 사항</a:t>
            </a:r>
            <a:r>
              <a:rPr lang="en-US" altLang="ko-KR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결제 정보 등을 </a:t>
            </a:r>
            <a:r>
              <a:rPr lang="ko-KR" altLang="en-US" sz="125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빼가는</a:t>
            </a:r>
            <a:r>
              <a:rPr lang="en-US" altLang="ko-KR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스캠</a:t>
            </a:r>
            <a:r>
              <a:rPr lang="ko-KR" alt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주의</a:t>
            </a:r>
            <a:endParaRPr lang="en-US" sz="1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48072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만들기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688336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업무에 맞는 skill을 직접 작성. 손이 가지만 가장 잘 맞는 방법.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제작 실습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skill 원문 확인 — 번역본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0545775" cy="4526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45920"/>
            <a:ext cx="50292" cy="4526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739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/ SKILL.MD (번역)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066544"/>
            <a:ext cx="999713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name: grilling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계획·결정·아이디어에 대해 사용자에게 집요하게 질문하라(grill). 사용자가 자기 생각을 검증하고 싶어 하거나 'grill' 트리거 문구를 쓸 때 사용.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공통된 이해에 도달할 때까지 사용자를 집요하게 인터뷰하라. 전체를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트리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그려라 — 모든 결정은 그에 딸린 하위 결정으로 가지를 뻗는다.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트리는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단위로 진행하라.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프런티어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선행 조건이 이미 정리되어, 아직 듣지 못한 답을 추측하지 않고 지금 바로 물을 수 있는 결정 전부다. 한 라운드에 프런티어 전체를 묻되, 질문마다 번호와 추천 답을 붙이고 사용자의 답을 기다려라.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라운드는 아래 형식으로 작성하고, 사용자가 "예"라고만 답해도 추천 답이 채택되도록 질문을 표현하라.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Q1 - 질문 제목: 질문 내용 (여러 문단·선택지 포함 가능)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➡️ 추천 답   (질문 사이는 --- 로 구분)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나올 때마다 트리가 재편된다 — 정리된 결정이 프런티어를 밀어내고, 그에 의존하던 질문이 풀린다. 프런티어를 다시 계산해 다음 라운드를 물어라. 같은 라운드의 미결 질문에 답이 좌우되는 질문은 다음 라운드로 미뤄라.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확인은 모델의 몫 — 파일·도구 등 환경에서 알 수 있는 것은 서브 에이전트를 보내 직접 찾고 사용자에게 묻지 마라. 조사 중에도 멈추지 말고, 그 결과에 의존하는 질문만 보류한 채 나머지는 바로 물어라.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사용자의 몫 — 하나씩 묻고 기다려라.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프런티어가 비면 세션 종료 — 설계 트리의 모든 가지를 살피고, 조용히 가정된 것이 남지 않은 상태. 사용자가 공통된 이해에 도달했음을 확인하기 전까지 실행하지 마라.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59" y="457200"/>
            <a:ext cx="13868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생성 </a:t>
            </a:r>
            <a:r>
              <a:rPr kumimoji="0" lang="en-US" sz="110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공문서 문체로 바꿔주는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＇skill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요청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6929A27-FD75-1659-8771-8CE42DE61220}"/>
              </a:ext>
            </a:extLst>
          </p:cNvPr>
          <p:cNvSpPr/>
          <p:nvPr/>
        </p:nvSpPr>
        <p:spPr>
          <a:xfrm>
            <a:off x="822959" y="2268723"/>
            <a:ext cx="10545774" cy="30279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E1801D63-846D-C670-9471-2A24A1E68E40}"/>
              </a:ext>
            </a:extLst>
          </p:cNvPr>
          <p:cNvSpPr/>
          <p:nvPr/>
        </p:nvSpPr>
        <p:spPr>
          <a:xfrm>
            <a:off x="822960" y="2268723"/>
            <a:ext cx="50292" cy="30279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1E44A80F-C413-56B6-E70E-82D914F74C02}"/>
              </a:ext>
            </a:extLst>
          </p:cNvPr>
          <p:cNvSpPr/>
          <p:nvPr/>
        </p:nvSpPr>
        <p:spPr>
          <a:xfrm>
            <a:off x="1097280" y="2396739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761A9E24-E699-EE03-CCA5-B0BCE38B0F0B}"/>
              </a:ext>
            </a:extLst>
          </p:cNvPr>
          <p:cNvSpPr/>
          <p:nvPr/>
        </p:nvSpPr>
        <p:spPr>
          <a:xfrm>
            <a:off x="1097279" y="2689346"/>
            <a:ext cx="10163388" cy="233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이용해서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맞는 공문서 격식체로 다듬는 스킬을 만들어줘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Skill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formal-document-tone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말하면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트리거 되도록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내용을 본문에 그대로 이용해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완료되면 스킬 저장할 수 있도록 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행정문서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문체·형식만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하십시오체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격식체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구어체는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행정용어로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첫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끝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요청·기한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1. → 가. → 1)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사실·숫자·고유명사·기한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붙임"으로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 "끝."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D1FC9CFA-07C7-B33C-B89A-033233A4ADA5}"/>
              </a:ext>
            </a:extLst>
          </p:cNvPr>
          <p:cNvSpPr/>
          <p:nvPr/>
        </p:nvSpPr>
        <p:spPr>
          <a:xfrm>
            <a:off x="737616" y="1602399"/>
            <a:ext cx="8638032" cy="85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우리에게 필요한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만들어 달라고 요청할 수 있음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만들어준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skill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에서 스킬 저장 버튼 누르면 바로 저장됨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2385F9B-DF61-7B5F-D526-0D63CB14B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347" y="4907046"/>
            <a:ext cx="6182588" cy="16766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ABDF0-3A1C-24BC-7497-13168F61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0497B0-B599-2B4C-878A-3A54BDF1CC31}"/>
              </a:ext>
            </a:extLst>
          </p:cNvPr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2AAFF8-6DB7-C0A4-4070-EDA36A06396E}"/>
              </a:ext>
            </a:extLst>
          </p:cNvPr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516069-0498-A3E2-87B2-D031684DD76E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꾸는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실습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A39BB3-5B80-0BF1-CC42-790E847CDF12}"/>
              </a:ext>
            </a:extLst>
          </p:cNvPr>
          <p:cNvSpPr/>
          <p:nvPr/>
        </p:nvSpPr>
        <p:spPr>
          <a:xfrm>
            <a:off x="816186" y="2258060"/>
            <a:ext cx="8480213" cy="1224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A4346B-69E2-A270-030C-B46B40192DC8}"/>
              </a:ext>
            </a:extLst>
          </p:cNvPr>
          <p:cNvSpPr/>
          <p:nvPr/>
        </p:nvSpPr>
        <p:spPr>
          <a:xfrm>
            <a:off x="816187" y="2258060"/>
            <a:ext cx="50292" cy="1224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91D6E2-3F9E-265C-AA38-B971D999F247}"/>
              </a:ext>
            </a:extLst>
          </p:cNvPr>
          <p:cNvSpPr/>
          <p:nvPr/>
        </p:nvSpPr>
        <p:spPr>
          <a:xfrm>
            <a:off x="1090507" y="23860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6AD9CC-25BB-7D85-9648-4D0B3E8ED269}"/>
              </a:ext>
            </a:extLst>
          </p:cNvPr>
          <p:cNvSpPr/>
          <p:nvPr/>
        </p:nvSpPr>
        <p:spPr>
          <a:xfrm>
            <a:off x="1090506" y="2678684"/>
            <a:ext cx="7888751" cy="504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다음주 금요일 기관장 재량으로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전직원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특별휴가를 제공한다는 말을 공문서 문체로 바꿔줘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961FAF2-2126-ADD7-0C1E-E342E3779891}"/>
              </a:ext>
            </a:extLst>
          </p:cNvPr>
          <p:cNvSpPr/>
          <p:nvPr/>
        </p:nvSpPr>
        <p:spPr>
          <a:xfrm>
            <a:off x="737616" y="1602400"/>
            <a:ext cx="7669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아래와 같은 직장인의 희망사항을 공문서 문체로 바꿔보기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18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125CC-7BEE-9503-1A5A-815DA10A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127D6A-F9F4-74DF-8AF2-323C5C1F23C3}"/>
              </a:ext>
            </a:extLst>
          </p:cNvPr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B3347A-E574-FCFF-2354-FF78021B6113}"/>
              </a:ext>
            </a:extLst>
          </p:cNvPr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B8C369-FFCB-F4F7-EB5C-372C55752DCD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요청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A452E195-340A-1BC9-ECE0-F9D866F0BD87}"/>
              </a:ext>
            </a:extLst>
          </p:cNvPr>
          <p:cNvSpPr/>
          <p:nvPr/>
        </p:nvSpPr>
        <p:spPr>
          <a:xfrm>
            <a:off x="822961" y="2579994"/>
            <a:ext cx="8480213" cy="1224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C1EA0DD1-ACE9-9D73-0018-456EE078A35B}"/>
              </a:ext>
            </a:extLst>
          </p:cNvPr>
          <p:cNvSpPr/>
          <p:nvPr/>
        </p:nvSpPr>
        <p:spPr>
          <a:xfrm>
            <a:off x="822962" y="2579994"/>
            <a:ext cx="50292" cy="1224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C1EAFD8-0EC8-0AD0-59E3-688302633C8E}"/>
              </a:ext>
            </a:extLst>
          </p:cNvPr>
          <p:cNvSpPr/>
          <p:nvPr/>
        </p:nvSpPr>
        <p:spPr>
          <a:xfrm>
            <a:off x="1097282" y="270801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7BB4FEB-90F9-8237-6A0A-C365DA34FB99}"/>
              </a:ext>
            </a:extLst>
          </p:cNvPr>
          <p:cNvSpPr/>
          <p:nvPr/>
        </p:nvSpPr>
        <p:spPr>
          <a:xfrm>
            <a:off x="1097281" y="3000618"/>
            <a:ext cx="7888751" cy="504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만든 스킬 업데이트 해줘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가장 하단에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인사팀 드림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문구가 들어가도록 해줘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11594298-C9AB-0070-6ED9-BE3A55EB1580}"/>
              </a:ext>
            </a:extLst>
          </p:cNvPr>
          <p:cNvSpPr/>
          <p:nvPr/>
        </p:nvSpPr>
        <p:spPr>
          <a:xfrm>
            <a:off x="737616" y="1602399"/>
            <a:ext cx="8638032" cy="85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만든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하기 위해 아래 프롬프트 붙여넣기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스킬 업데이트 버튼 누르고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어떻게 바뀌었는지 확인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4BEF18-1D8B-D115-9B50-BF415B50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015" y="3969547"/>
            <a:ext cx="629690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2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B08BD-7CD0-9989-1855-981B985C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635F25-101B-4A31-BEF7-D4CD7E0E4A15}"/>
              </a:ext>
            </a:extLst>
          </p:cNvPr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2706EA-E8DD-5FAC-162F-269AA7FCF5DC}"/>
              </a:ext>
            </a:extLst>
          </p:cNvPr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2D7558-A5FF-9506-F0D3-6B310A1D6C48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업데이트한 공문서 문체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 실습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2DE3F9-E0A6-7EC2-B271-27CC560A9300}"/>
              </a:ext>
            </a:extLst>
          </p:cNvPr>
          <p:cNvSpPr/>
          <p:nvPr/>
        </p:nvSpPr>
        <p:spPr>
          <a:xfrm>
            <a:off x="816186" y="2258060"/>
            <a:ext cx="9216814" cy="1224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87E9C0-3C20-AAA7-2AB3-5ED10640176C}"/>
              </a:ext>
            </a:extLst>
          </p:cNvPr>
          <p:cNvSpPr/>
          <p:nvPr/>
        </p:nvSpPr>
        <p:spPr>
          <a:xfrm>
            <a:off x="816187" y="2258060"/>
            <a:ext cx="50292" cy="1224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B6E4A4-7689-0535-DB1E-30F9AE927B73}"/>
              </a:ext>
            </a:extLst>
          </p:cNvPr>
          <p:cNvSpPr/>
          <p:nvPr/>
        </p:nvSpPr>
        <p:spPr>
          <a:xfrm>
            <a:off x="1090507" y="23860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F3334A-9504-5015-E971-6AD404787877}"/>
              </a:ext>
            </a:extLst>
          </p:cNvPr>
          <p:cNvSpPr/>
          <p:nvPr/>
        </p:nvSpPr>
        <p:spPr>
          <a:xfrm>
            <a:off x="1090506" y="2678684"/>
            <a:ext cx="8409094" cy="504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다음주 금요일 기관장 재량으로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전직원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특별휴가를 제공한다는 말을 공문서 스타일로 바꿔줘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F4C507D-DB5E-DC7B-4E27-F477A8B42029}"/>
              </a:ext>
            </a:extLst>
          </p:cNvPr>
          <p:cNvSpPr/>
          <p:nvPr/>
        </p:nvSpPr>
        <p:spPr>
          <a:xfrm>
            <a:off x="737616" y="1602400"/>
            <a:ext cx="7669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 결과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기준으로 하단에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인사팀 드림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추가됨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619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EC3AE-B925-968B-52E5-C3A554C3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4ED625-12A5-0C71-F8EC-C1A687E0AC14}"/>
              </a:ext>
            </a:extLst>
          </p:cNvPr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4E4FFD-0BC4-E4F7-CB1A-11014EADE5A4}"/>
              </a:ext>
            </a:extLst>
          </p:cNvPr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734077-9DD4-D55B-1022-31DB9499F829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기관명이 상단에 나오도록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추가 요청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1FFA8555-3187-2CA2-448A-F59ABC647D24}"/>
              </a:ext>
            </a:extLst>
          </p:cNvPr>
          <p:cNvSpPr/>
          <p:nvPr/>
        </p:nvSpPr>
        <p:spPr>
          <a:xfrm>
            <a:off x="822961" y="2579994"/>
            <a:ext cx="10166772" cy="1224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D25EFCE4-5548-8682-154D-D1CE06BF2C33}"/>
              </a:ext>
            </a:extLst>
          </p:cNvPr>
          <p:cNvSpPr/>
          <p:nvPr/>
        </p:nvSpPr>
        <p:spPr>
          <a:xfrm>
            <a:off x="822962" y="2579994"/>
            <a:ext cx="50292" cy="1224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603E085-E1EC-2E05-CDCD-B9C5D66E01E5}"/>
              </a:ext>
            </a:extLst>
          </p:cNvPr>
          <p:cNvSpPr/>
          <p:nvPr/>
        </p:nvSpPr>
        <p:spPr>
          <a:xfrm>
            <a:off x="1097282" y="270801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38A560E-0BFB-8E91-4C9C-4D25B975481B}"/>
              </a:ext>
            </a:extLst>
          </p:cNvPr>
          <p:cNvSpPr/>
          <p:nvPr/>
        </p:nvSpPr>
        <p:spPr>
          <a:xfrm>
            <a:off x="1097281" y="3000618"/>
            <a:ext cx="9706694" cy="504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만든 스킬 업데이트 해줘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가장 상단에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‘KDI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알려드립니다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기관명이 명시되는 문장이 들어가도록 해줘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기관명이 들어가는 첫 문장이 공문서체로 바뀌는 다른 문장과 어울리도록 해줘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AA770ED6-3B8C-CCE9-4C0B-FC3DE6451699}"/>
              </a:ext>
            </a:extLst>
          </p:cNvPr>
          <p:cNvSpPr/>
          <p:nvPr/>
        </p:nvSpPr>
        <p:spPr>
          <a:xfrm>
            <a:off x="737616" y="1602399"/>
            <a:ext cx="8638032" cy="85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기관의 이름이 공문서 상단에 위치하도록 요청해보기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806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B2F84-EA4C-B704-0956-71C5505C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FAD0B3-43CA-DBEA-A071-37C753EB8EE6}"/>
              </a:ext>
            </a:extLst>
          </p:cNvPr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15E298-8CED-4F1D-FF1A-1BED90363969}"/>
              </a:ext>
            </a:extLst>
          </p:cNvPr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CCC164-081E-8F52-E17D-E7BCF7DE1EF5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업데이트한 우리 기관 전용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 실습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3E84DE-BAEE-2BEF-B7E0-46ED81F033E2}"/>
              </a:ext>
            </a:extLst>
          </p:cNvPr>
          <p:cNvSpPr/>
          <p:nvPr/>
        </p:nvSpPr>
        <p:spPr>
          <a:xfrm>
            <a:off x="816186" y="2258060"/>
            <a:ext cx="9216814" cy="1224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7AA1DA-DD6B-1139-A4DF-6DA87D8D0ECF}"/>
              </a:ext>
            </a:extLst>
          </p:cNvPr>
          <p:cNvSpPr/>
          <p:nvPr/>
        </p:nvSpPr>
        <p:spPr>
          <a:xfrm>
            <a:off x="816187" y="2258060"/>
            <a:ext cx="50292" cy="1224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01EC8F-C309-E96F-828B-F1709C85981B}"/>
              </a:ext>
            </a:extLst>
          </p:cNvPr>
          <p:cNvSpPr/>
          <p:nvPr/>
        </p:nvSpPr>
        <p:spPr>
          <a:xfrm>
            <a:off x="1090507" y="23860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DEB015-BF9F-E04C-695B-97A7FC3FB7A1}"/>
              </a:ext>
            </a:extLst>
          </p:cNvPr>
          <p:cNvSpPr/>
          <p:nvPr/>
        </p:nvSpPr>
        <p:spPr>
          <a:xfrm>
            <a:off x="1090506" y="2678684"/>
            <a:ext cx="8409094" cy="504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다음주 금요일 기관장 재량으로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전직원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특별휴가를 제공한다는 말을 공문서 스타일로 바꿔줘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BAFD139-C2F6-A26C-7E81-43F09DA19980}"/>
              </a:ext>
            </a:extLst>
          </p:cNvPr>
          <p:cNvSpPr/>
          <p:nvPr/>
        </p:nvSpPr>
        <p:spPr>
          <a:xfrm>
            <a:off x="737616" y="1602400"/>
            <a:ext cx="7669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기준으로 상단에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‘KDI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알려드립니다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.＇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추가됨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101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판교체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바꿔줘' skill 직접 만들기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91961"/>
            <a:ext cx="5577840" cy="4343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1961"/>
            <a:ext cx="50292" cy="434340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9977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FORMAL-DOCUMENT-TONE / SKILL.MD — 기본본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312585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name: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pangyo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-tone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입력한 문장을 판교 스타트업 말투로 바꾼다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판교체로 바꿔줘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시 사용한다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너는 판교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차 직장인이다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글의 내용은 유지하고 어휘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말투만 고친다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회의→미팅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확인→체크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일정→스케줄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문제→이슈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위험→리스크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공유→쉐어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조율→싱크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맞추기→얼라인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배정→어싸인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예산→리소스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발전→디벨롭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확정→컨펌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마감→데드라인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단정 금지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"~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해주시면 좋을 것 같아요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",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혹시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가능하실까요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완곡하게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느낌표와 물결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(~)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적당히 쓰고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끝에 🙏 🙂 중 하나를 가끔 붙인다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문장은 가벼운 인사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문장은 부드러운 요청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고유명사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기한은 절대 바꾸지 않는다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변환문을 먼저 보이고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→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판교체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붙인다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66560" y="1891961"/>
            <a:ext cx="4602175" cy="3291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1891961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07224" y="1891961"/>
            <a:ext cx="36237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PANGYO-TONE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폴더를 만들고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생성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0" y="2550329"/>
            <a:ext cx="42364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004304" y="2550329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07224" y="2550329"/>
            <a:ext cx="3733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내용을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SKILL.MD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9440" y="3208697"/>
            <a:ext cx="42364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004304" y="3208697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07224" y="3208697"/>
            <a:ext cx="36237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 + s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저장 후 </a:t>
            </a:r>
            <a:r>
              <a:rPr kumimoji="0" 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채로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ZIP 압축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49440" y="3867065"/>
            <a:ext cx="42364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004304" y="3867065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07224" y="3867065"/>
            <a:ext cx="36237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grilling과 같은 방법으로 Claude에 업로드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0" y="4525433"/>
            <a:ext cx="42364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004304" y="4525433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07224" y="4525433"/>
            <a:ext cx="36237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판교체로 바꿔줘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+ 문장 입력 → 확인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66560" y="5366681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바꿔도 좋은 곳 — 이름 · 트리거 문구 · 본문 규칙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FEF92F-54D2-5618-2935-ECB6A2A22EB0}"/>
              </a:ext>
            </a:extLst>
          </p:cNvPr>
          <p:cNvSpPr txBox="1"/>
          <p:nvPr/>
        </p:nvSpPr>
        <p:spPr>
          <a:xfrm>
            <a:off x="822960" y="1432918"/>
            <a:ext cx="6096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직접 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처음부터 만들어보기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DBC6B-8884-3589-7213-61F8BF74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D9CE80-DCB6-8342-02A2-59D6CD157022}"/>
              </a:ext>
            </a:extLst>
          </p:cNvPr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9DD8B1-DE3E-2E01-8D90-D4D37DA31E26}"/>
              </a:ext>
            </a:extLst>
          </p:cNvPr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16B4F6-FF47-E363-3536-4A78A6EFCAE1}"/>
              </a:ext>
            </a:extLst>
          </p:cNvPr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만든 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판교체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 실습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FCC89E-1CC3-3531-C1DA-3A176941C6AF}"/>
              </a:ext>
            </a:extLst>
          </p:cNvPr>
          <p:cNvSpPr/>
          <p:nvPr/>
        </p:nvSpPr>
        <p:spPr>
          <a:xfrm>
            <a:off x="816186" y="2258059"/>
            <a:ext cx="9216814" cy="1568873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42CEB0-71F2-E6EB-CF0F-0D2BB4199D28}"/>
              </a:ext>
            </a:extLst>
          </p:cNvPr>
          <p:cNvSpPr/>
          <p:nvPr/>
        </p:nvSpPr>
        <p:spPr>
          <a:xfrm>
            <a:off x="816187" y="2258060"/>
            <a:ext cx="45719" cy="1568872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58DB04-AA3D-6ED9-92DA-12C07A89D3E0}"/>
              </a:ext>
            </a:extLst>
          </p:cNvPr>
          <p:cNvSpPr/>
          <p:nvPr/>
        </p:nvSpPr>
        <p:spPr>
          <a:xfrm>
            <a:off x="1090507" y="23860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EBA1AC-2F1F-C411-E17F-F8ADDA6A608A}"/>
              </a:ext>
            </a:extLst>
          </p:cNvPr>
          <p:cNvSpPr/>
          <p:nvPr/>
        </p:nvSpPr>
        <p:spPr>
          <a:xfrm>
            <a:off x="1090506" y="2678684"/>
            <a:ext cx="8409094" cy="80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문장을 판교체로 바꿔줘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화요일까지 신규 회원 가입 절차 개선안을 정리해서 팀에 공유해 주세요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부족하면 미리 알려 주시고요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119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64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32890" y="598932"/>
            <a:ext cx="983584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45775" cy="19751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29968"/>
            <a:ext cx="164592" cy="164592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979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89888" y="1783080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skill은 Claude에게 건네는 업무 지침서 — 실체는 SKILL.md 파일 한 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2441448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78992" y="2688336"/>
            <a:ext cx="164592" cy="164592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563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89888" y="2441448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구성은 name·description(필수)과 본문 — 제때 쓰이려면 description이 핵심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05840" y="3099816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78992" y="3346704"/>
            <a:ext cx="164592" cy="164592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14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89888" y="3099816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가져다 쓰기 · 직접 만들기 · Claude에게 위임 — '공문서 문체'와 '회의결과보고' 실습 완료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10545775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32511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200" normalizeH="0" baseline="0" noProof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4590288"/>
            <a:ext cx="1010686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설명 중인 업무 하나를 골라, Claude에게 skill 초안 작성을 요청해 보기.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1500</Words>
  <Application>Microsoft Office PowerPoint</Application>
  <PresentationFormat>와이드스크린</PresentationFormat>
  <Paragraphs>190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3</cp:revision>
  <dcterms:created xsi:type="dcterms:W3CDTF">2026-10-27T14:16:36Z</dcterms:created>
  <dcterms:modified xsi:type="dcterms:W3CDTF">2026-10-27T14:31:44Z</dcterms:modified>
</cp:coreProperties>
</file>